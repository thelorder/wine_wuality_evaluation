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11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 smtClean="0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9D7F74B-961A-4146-9E61-615598D5CBF8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6DA79D1-7AE2-45DE-81D1-433FC8B36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25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F74B-961A-4146-9E61-615598D5CBF8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79D1-7AE2-45DE-81D1-433FC8B36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641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F74B-961A-4146-9E61-615598D5CBF8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79D1-7AE2-45DE-81D1-433FC8B36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8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F74B-961A-4146-9E61-615598D5CBF8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79D1-7AE2-45DE-81D1-433FC8B36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95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F74B-961A-4146-9E61-615598D5CBF8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79D1-7AE2-45DE-81D1-433FC8B36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22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F74B-961A-4146-9E61-615598D5CBF8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79D1-7AE2-45DE-81D1-433FC8B36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148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F74B-961A-4146-9E61-615598D5CBF8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79D1-7AE2-45DE-81D1-433FC8B36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708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F74B-961A-4146-9E61-615598D5CBF8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79D1-7AE2-45DE-81D1-433FC8B36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07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F74B-961A-4146-9E61-615598D5CBF8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79D1-7AE2-45DE-81D1-433FC8B36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12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F74B-961A-4146-9E61-615598D5CBF8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79D1-7AE2-45DE-81D1-433FC8B36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70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F74B-961A-4146-9E61-615598D5CBF8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79D1-7AE2-45DE-81D1-433FC8B36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11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F74B-961A-4146-9E61-615598D5CBF8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79D1-7AE2-45DE-81D1-433FC8B36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15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F74B-961A-4146-9E61-615598D5CBF8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79D1-7AE2-45DE-81D1-433FC8B36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81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F74B-961A-4146-9E61-615598D5CBF8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79D1-7AE2-45DE-81D1-433FC8B36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378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и с карти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F74B-961A-4146-9E61-615598D5CBF8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79D1-7AE2-45DE-81D1-433FC8B36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61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39D7F74B-961A-4146-9E61-615598D5CBF8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79D1-7AE2-45DE-81D1-433FC8B36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061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39D7F74B-961A-4146-9E61-615598D5CBF8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A79D1-7AE2-45DE-81D1-433FC8B36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50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9D7F74B-961A-4146-9E61-615598D5CBF8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6DA79D1-7AE2-45DE-81D1-433FC8B36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8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DionysusAI</a:t>
            </a:r>
            <a:r>
              <a:rPr lang="en-US" dirty="0" smtClean="0"/>
              <a:t> -</a:t>
            </a:r>
            <a:endParaRPr lang="en-US" dirty="0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marL="285750" indent="-285750">
              <a:buFontTx/>
              <a:buChar char="-"/>
            </a:pPr>
            <a:r>
              <a:rPr lang="bg-BG" dirty="0" smtClean="0"/>
              <a:t>Курс </a:t>
            </a:r>
            <a:r>
              <a:rPr lang="bg-BG" dirty="0"/>
              <a:t>„</a:t>
            </a:r>
            <a:r>
              <a:rPr lang="en-US" dirty="0"/>
              <a:t>Intelligent Agents with Generative AI“ – </a:t>
            </a:r>
            <a:r>
              <a:rPr lang="en-US" dirty="0" smtClean="0"/>
              <a:t>2025/2026 </a:t>
            </a:r>
          </a:p>
          <a:p>
            <a:pPr marL="285750" indent="-285750">
              <a:buFontTx/>
              <a:buChar char="-"/>
            </a:pPr>
            <a:r>
              <a:rPr lang="bg-BG" dirty="0" smtClean="0"/>
              <a:t>Илин </a:t>
            </a:r>
            <a:r>
              <a:rPr lang="bg-BG" dirty="0"/>
              <a:t>Илчев, 7</a:t>
            </a:r>
            <a:r>
              <a:rPr lang="en-US" dirty="0"/>
              <a:t>MI0600541  </a:t>
            </a: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en-US" dirty="0" smtClean="0"/>
              <a:t>- </a:t>
            </a:r>
            <a:r>
              <a:rPr lang="en-US" dirty="0"/>
              <a:t>GitHub: https://github.com/Thelorder/Wine_Wuality_Evaluation</a:t>
            </a:r>
          </a:p>
        </p:txBody>
      </p:sp>
    </p:spTree>
    <p:extLst>
      <p:ext uri="{BB962C8B-B14F-4D97-AF65-F5344CB8AC3E}">
        <p14:creationId xmlns:p14="http://schemas.microsoft.com/office/powerpoint/2010/main" val="4051306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Проблем и цел</a:t>
            </a:r>
            <a:endParaRPr lang="en-US" dirty="0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397309" y="2333897"/>
            <a:ext cx="4888795" cy="2057400"/>
          </a:xfrm>
        </p:spPr>
        <p:txBody>
          <a:bodyPr/>
          <a:lstStyle/>
          <a:p>
            <a:r>
              <a:rPr lang="ru-RU" dirty="0" smtClean="0"/>
              <a:t>-Проблем</a:t>
            </a:r>
            <a:r>
              <a:rPr lang="ru-RU" dirty="0"/>
              <a:t>: </a:t>
            </a:r>
            <a:r>
              <a:rPr lang="ru-RU" dirty="0" err="1"/>
              <a:t>Оценката</a:t>
            </a:r>
            <a:r>
              <a:rPr lang="ru-RU" dirty="0"/>
              <a:t> на вино е </a:t>
            </a:r>
            <a:r>
              <a:rPr lang="ru-RU" dirty="0" err="1">
                <a:solidFill>
                  <a:srgbClr val="B31166"/>
                </a:solidFill>
              </a:rPr>
              <a:t>субективна</a:t>
            </a:r>
            <a:r>
              <a:rPr lang="ru-RU" dirty="0"/>
              <a:t>, </a:t>
            </a:r>
            <a:r>
              <a:rPr lang="ru-RU" dirty="0" err="1"/>
              <a:t>изисква</a:t>
            </a:r>
            <a:r>
              <a:rPr lang="ru-RU" dirty="0"/>
              <a:t> </a:t>
            </a:r>
            <a:r>
              <a:rPr lang="ru-RU" dirty="0" err="1"/>
              <a:t>експертиза</a:t>
            </a:r>
            <a:r>
              <a:rPr lang="ru-RU" dirty="0"/>
              <a:t> и е </a:t>
            </a:r>
            <a:r>
              <a:rPr lang="ru-RU" dirty="0" err="1"/>
              <a:t>недостъпна</a:t>
            </a:r>
            <a:r>
              <a:rPr lang="ru-RU" dirty="0"/>
              <a:t> за </a:t>
            </a:r>
            <a:r>
              <a:rPr lang="ru-RU" dirty="0" err="1"/>
              <a:t>мнозина</a:t>
            </a:r>
            <a:r>
              <a:rPr lang="ru-RU" dirty="0"/>
              <a:t> </a:t>
            </a:r>
            <a:endParaRPr lang="ru-RU" dirty="0" smtClean="0"/>
          </a:p>
          <a:p>
            <a:endParaRPr lang="en-US" dirty="0"/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6606520" y="2333897"/>
            <a:ext cx="4825158" cy="2840039"/>
          </a:xfrm>
        </p:spPr>
        <p:txBody>
          <a:bodyPr/>
          <a:lstStyle/>
          <a:p>
            <a:r>
              <a:rPr lang="ru-RU" sz="2400" dirty="0">
                <a:solidFill>
                  <a:srgbClr val="B31166"/>
                </a:solidFill>
              </a:rPr>
              <a:t>- Цел: </a:t>
            </a:r>
            <a:r>
              <a:rPr lang="ru-RU" sz="2400" dirty="0" err="1">
                <a:solidFill>
                  <a:srgbClr val="B31166"/>
                </a:solidFill>
              </a:rPr>
              <a:t>Обективна</a:t>
            </a:r>
            <a:r>
              <a:rPr lang="ru-RU" sz="2400" dirty="0">
                <a:solidFill>
                  <a:srgbClr val="B31166"/>
                </a:solidFill>
              </a:rPr>
              <a:t>, </a:t>
            </a:r>
            <a:r>
              <a:rPr lang="ru-RU" sz="2400" dirty="0" err="1">
                <a:solidFill>
                  <a:srgbClr val="B31166"/>
                </a:solidFill>
              </a:rPr>
              <a:t>автоматизирана</a:t>
            </a:r>
            <a:r>
              <a:rPr lang="ru-RU" sz="2400" dirty="0">
                <a:solidFill>
                  <a:srgbClr val="B31166"/>
                </a:solidFill>
              </a:rPr>
              <a:t> оценка чрез ML + </a:t>
            </a:r>
            <a:r>
              <a:rPr lang="ru-RU" sz="2400" dirty="0" err="1">
                <a:solidFill>
                  <a:srgbClr val="B31166"/>
                </a:solidFill>
              </a:rPr>
              <a:t>образователен</a:t>
            </a:r>
            <a:r>
              <a:rPr lang="ru-RU" sz="2400" dirty="0">
                <a:solidFill>
                  <a:srgbClr val="B31166"/>
                </a:solidFill>
              </a:rPr>
              <a:t> AI </a:t>
            </a:r>
            <a:r>
              <a:rPr lang="ru-RU" sz="2400" dirty="0" err="1">
                <a:solidFill>
                  <a:srgbClr val="B31166"/>
                </a:solidFill>
              </a:rPr>
              <a:t>сомелиер</a:t>
            </a:r>
            <a:r>
              <a:rPr lang="ru-RU" sz="2400" dirty="0">
                <a:solidFill>
                  <a:srgbClr val="B31166"/>
                </a:solidFill>
              </a:rPr>
              <a:t> - </a:t>
            </a:r>
            <a:r>
              <a:rPr lang="ru-RU" sz="2400" dirty="0" err="1">
                <a:solidFill>
                  <a:srgbClr val="B31166"/>
                </a:solidFill>
              </a:rPr>
              <a:t>Ключови</a:t>
            </a:r>
            <a:r>
              <a:rPr lang="ru-RU" sz="2400" dirty="0">
                <a:solidFill>
                  <a:srgbClr val="B31166"/>
                </a:solidFill>
              </a:rPr>
              <a:t> </a:t>
            </a:r>
            <a:r>
              <a:rPr lang="ru-RU" sz="2400" dirty="0" err="1">
                <a:solidFill>
                  <a:srgbClr val="B31166"/>
                </a:solidFill>
              </a:rPr>
              <a:t>думи</a:t>
            </a:r>
            <a:r>
              <a:rPr lang="ru-RU" sz="2400" dirty="0">
                <a:solidFill>
                  <a:srgbClr val="B31166"/>
                </a:solidFill>
              </a:rPr>
              <a:t>: качество, химия, </a:t>
            </a:r>
            <a:r>
              <a:rPr lang="ru-RU" sz="2400" dirty="0" err="1">
                <a:solidFill>
                  <a:srgbClr val="B31166"/>
                </a:solidFill>
              </a:rPr>
              <a:t>сензори</a:t>
            </a:r>
            <a:r>
              <a:rPr lang="ru-RU" sz="2400" dirty="0">
                <a:solidFill>
                  <a:srgbClr val="B31166"/>
                </a:solidFill>
              </a:rPr>
              <a:t>, LLM, </a:t>
            </a:r>
            <a:r>
              <a:rPr lang="ru-RU" sz="2400" dirty="0" err="1">
                <a:solidFill>
                  <a:srgbClr val="B31166"/>
                </a:solidFill>
              </a:rPr>
              <a:t>достъпност</a:t>
            </a:r>
            <a:endParaRPr lang="ru-RU" sz="2400" dirty="0">
              <a:solidFill>
                <a:srgbClr val="B31166"/>
              </a:solidFill>
            </a:endParaRPr>
          </a:p>
          <a:p>
            <a:endParaRPr lang="en-US" dirty="0">
              <a:solidFill>
                <a:srgbClr val="B311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931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 работи </a:t>
            </a:r>
            <a:r>
              <a:rPr lang="bg-BG" dirty="0" err="1"/>
              <a:t>предсказванет</a:t>
            </a:r>
            <a:endParaRPr lang="en-US" dirty="0"/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1154954" y="2725783"/>
            <a:ext cx="8293846" cy="3189515"/>
          </a:xfrm>
        </p:spPr>
        <p:txBody>
          <a:bodyPr/>
          <a:lstStyle/>
          <a:p>
            <a:r>
              <a:rPr lang="bg-BG" dirty="0"/>
              <a:t>- Вход: 11 характеристики (алкохол, </a:t>
            </a:r>
            <a:r>
              <a:rPr lang="en-US" dirty="0"/>
              <a:t>pH, </a:t>
            </a:r>
            <a:r>
              <a:rPr lang="bg-BG" dirty="0"/>
              <a:t>киселинност, </a:t>
            </a:r>
            <a:r>
              <a:rPr lang="en-US" dirty="0"/>
              <a:t>SO₂ </a:t>
            </a:r>
            <a:r>
              <a:rPr lang="bg-BG" dirty="0"/>
              <a:t>и др.) </a:t>
            </a:r>
            <a:endParaRPr lang="bg-BG" dirty="0" smtClean="0"/>
          </a:p>
          <a:p>
            <a:r>
              <a:rPr lang="bg-BG" dirty="0" smtClean="0"/>
              <a:t> </a:t>
            </a:r>
            <a:r>
              <a:rPr lang="bg-BG" dirty="0"/>
              <a:t>- Модел: </a:t>
            </a:r>
            <a:r>
              <a:rPr lang="en-US" dirty="0" err="1"/>
              <a:t>RandomForestRegressor</a:t>
            </a:r>
            <a:r>
              <a:rPr lang="en-US" dirty="0"/>
              <a:t> (</a:t>
            </a:r>
            <a:r>
              <a:rPr lang="en-US" dirty="0" err="1"/>
              <a:t>GridSearchCV</a:t>
            </a:r>
            <a:r>
              <a:rPr lang="en-US" dirty="0"/>
              <a:t> </a:t>
            </a:r>
            <a:r>
              <a:rPr lang="bg-BG" dirty="0"/>
              <a:t>оптимизиран)  - Изход: </a:t>
            </a:r>
            <a:r>
              <a:rPr lang="en-US" dirty="0"/>
              <a:t>score (</a:t>
            </a:r>
            <a:r>
              <a:rPr lang="bg-BG" dirty="0"/>
              <a:t>напр. 6.7) + етикет (</a:t>
            </a:r>
            <a:r>
              <a:rPr lang="en-US" dirty="0"/>
              <a:t>Standard / High)  </a:t>
            </a:r>
            <a:endParaRPr lang="bg-BG" dirty="0" smtClean="0"/>
          </a:p>
          <a:p>
            <a:r>
              <a:rPr lang="en-US" dirty="0" smtClean="0"/>
              <a:t>- </a:t>
            </a:r>
            <a:r>
              <a:rPr lang="bg-BG" dirty="0"/>
              <a:t>Допълнително: запазване в база + статистики  </a:t>
            </a:r>
            <a:r>
              <a:rPr lang="bg-BG" dirty="0" smtClean="0"/>
              <a:t>-</a:t>
            </a:r>
            <a:endParaRPr lang="en-US" dirty="0"/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7262449" y="4729888"/>
            <a:ext cx="4825159" cy="2840039"/>
          </a:xfrm>
        </p:spPr>
        <p:txBody>
          <a:bodyPr/>
          <a:lstStyle/>
          <a:p>
            <a:endParaRPr lang="bg-BG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005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Wine</a:t>
            </a:r>
            <a:r>
              <a:rPr lang="ru-RU" dirty="0"/>
              <a:t> </a:t>
            </a:r>
            <a:r>
              <a:rPr lang="ru-RU" dirty="0" err="1"/>
              <a:t>Mentor</a:t>
            </a:r>
            <a:r>
              <a:rPr lang="ru-RU" dirty="0"/>
              <a:t> и комбинации с </a:t>
            </a:r>
            <a:r>
              <a:rPr lang="ru-RU" dirty="0" err="1"/>
              <a:t>храна</a:t>
            </a:r>
            <a:endParaRPr lang="en-US" dirty="0"/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536645" y="2726916"/>
            <a:ext cx="5106509" cy="2840039"/>
          </a:xfrm>
        </p:spPr>
        <p:txBody>
          <a:bodyPr/>
          <a:lstStyle/>
          <a:p>
            <a:r>
              <a:rPr lang="ru-RU" dirty="0"/>
              <a:t>- </a:t>
            </a:r>
            <a:r>
              <a:rPr lang="ru-RU" dirty="0" err="1"/>
              <a:t>Конверзационен</a:t>
            </a:r>
            <a:r>
              <a:rPr lang="ru-RU" dirty="0"/>
              <a:t> чат с </a:t>
            </a:r>
            <a:r>
              <a:rPr lang="ru-RU" dirty="0" err="1"/>
              <a:t>Ollama</a:t>
            </a:r>
            <a:r>
              <a:rPr lang="ru-RU" dirty="0"/>
              <a:t>  - </a:t>
            </a:r>
            <a:r>
              <a:rPr lang="ru-RU" dirty="0" err="1"/>
              <a:t>Примери</a:t>
            </a:r>
            <a:r>
              <a:rPr lang="ru-RU" dirty="0"/>
              <a:t> за </a:t>
            </a:r>
            <a:r>
              <a:rPr lang="ru-RU" dirty="0" err="1"/>
              <a:t>въпроси</a:t>
            </a:r>
            <a:r>
              <a:rPr lang="ru-RU" dirty="0"/>
              <a:t>:   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ru-RU" dirty="0"/>
              <a:t>- „</a:t>
            </a:r>
            <a:r>
              <a:rPr lang="ru-RU" dirty="0" err="1"/>
              <a:t>Какво</a:t>
            </a:r>
            <a:r>
              <a:rPr lang="ru-RU" dirty="0"/>
              <a:t> да </a:t>
            </a:r>
            <a:r>
              <a:rPr lang="ru-RU" dirty="0" err="1"/>
              <a:t>комбинирам</a:t>
            </a:r>
            <a:r>
              <a:rPr lang="ru-RU" dirty="0"/>
              <a:t> с </a:t>
            </a:r>
            <a:r>
              <a:rPr lang="ru-RU" dirty="0" err="1" smtClean="0"/>
              <a:t>риба</a:t>
            </a:r>
            <a:r>
              <a:rPr lang="ru-RU" dirty="0" smtClean="0"/>
              <a:t> тон</a:t>
            </a:r>
            <a:r>
              <a:rPr lang="ru-RU" dirty="0"/>
              <a:t>?“   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ru-RU" dirty="0"/>
              <a:t>- „</a:t>
            </a:r>
            <a:r>
              <a:rPr lang="ru-RU" dirty="0" err="1"/>
              <a:t>Разкажи</a:t>
            </a:r>
            <a:r>
              <a:rPr lang="ru-RU" dirty="0"/>
              <a:t> ми за </a:t>
            </a:r>
            <a:r>
              <a:rPr lang="ru-RU" dirty="0" err="1"/>
              <a:t>Пино</a:t>
            </a:r>
            <a:r>
              <a:rPr lang="ru-RU" dirty="0"/>
              <a:t> </a:t>
            </a:r>
            <a:r>
              <a:rPr lang="ru-RU" dirty="0" err="1"/>
              <a:t>Ноар</a:t>
            </a:r>
            <a:r>
              <a:rPr lang="ru-RU" dirty="0"/>
              <a:t>“    </a:t>
            </a:r>
            <a:endParaRPr lang="ru-RU" dirty="0" smtClean="0"/>
          </a:p>
          <a:p>
            <a:r>
              <a:rPr lang="ru-RU" dirty="0" smtClean="0"/>
              <a:t>- </a:t>
            </a:r>
            <a:r>
              <a:rPr lang="ru-RU" dirty="0"/>
              <a:t>„Как да </a:t>
            </a:r>
            <a:r>
              <a:rPr lang="ru-RU" dirty="0" err="1"/>
              <a:t>дегустирам</a:t>
            </a:r>
            <a:r>
              <a:rPr lang="ru-RU" dirty="0"/>
              <a:t> </a:t>
            </a:r>
            <a:r>
              <a:rPr lang="ru-RU" dirty="0" err="1"/>
              <a:t>правилно</a:t>
            </a:r>
            <a:r>
              <a:rPr lang="ru-RU" dirty="0"/>
              <a:t>?“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41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Резултати и ограничения</a:t>
            </a:r>
            <a:br>
              <a:rPr lang="bg-BG" dirty="0"/>
            </a:br>
            <a:endParaRPr lang="en-US" dirty="0"/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789193" y="2342606"/>
            <a:ext cx="5480977" cy="3677195"/>
          </a:xfrm>
        </p:spPr>
        <p:txBody>
          <a:bodyPr>
            <a:normAutofit/>
          </a:bodyPr>
          <a:lstStyle/>
          <a:p>
            <a:r>
              <a:rPr lang="ru-RU" dirty="0"/>
              <a:t>- </a:t>
            </a:r>
            <a:r>
              <a:rPr lang="ru-RU" dirty="0" err="1"/>
              <a:t>Работи</a:t>
            </a:r>
            <a:r>
              <a:rPr lang="ru-RU" dirty="0"/>
              <a:t> </a:t>
            </a:r>
            <a:r>
              <a:rPr lang="ru-RU" dirty="0" err="1"/>
              <a:t>стабилно</a:t>
            </a:r>
            <a:r>
              <a:rPr lang="ru-RU" dirty="0"/>
              <a:t> </a:t>
            </a:r>
            <a:r>
              <a:rPr lang="ru-RU" dirty="0" err="1"/>
              <a:t>локално</a:t>
            </a:r>
            <a:r>
              <a:rPr lang="ru-RU" dirty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ru-RU" dirty="0"/>
              <a:t>- </a:t>
            </a:r>
            <a:r>
              <a:rPr lang="ru-RU" dirty="0" err="1"/>
              <a:t>Точност</a:t>
            </a:r>
            <a:r>
              <a:rPr lang="ru-RU" dirty="0"/>
              <a:t> на </a:t>
            </a:r>
            <a:r>
              <a:rPr lang="ru-RU" dirty="0" err="1"/>
              <a:t>модела</a:t>
            </a:r>
            <a:r>
              <a:rPr lang="ru-RU" dirty="0"/>
              <a:t>: </a:t>
            </a:r>
            <a:r>
              <a:rPr lang="ru-RU" dirty="0" err="1"/>
              <a:t>приемлива</a:t>
            </a:r>
            <a:r>
              <a:rPr lang="ru-RU" dirty="0"/>
              <a:t> за демонстрация (MAE ~0.6–0.8) 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ru-RU" dirty="0"/>
              <a:t>- Ограничения:    </a:t>
            </a:r>
            <a:endParaRPr lang="ru-RU" dirty="0" smtClean="0"/>
          </a:p>
          <a:p>
            <a:r>
              <a:rPr lang="ru-RU" dirty="0" smtClean="0"/>
              <a:t>- </a:t>
            </a:r>
            <a:r>
              <a:rPr lang="ru-RU" dirty="0" err="1"/>
              <a:t>Симулация</a:t>
            </a:r>
            <a:r>
              <a:rPr lang="ru-RU" dirty="0"/>
              <a:t> на </a:t>
            </a:r>
            <a:r>
              <a:rPr lang="ru-RU" dirty="0" err="1"/>
              <a:t>сензори</a:t>
            </a:r>
            <a:r>
              <a:rPr lang="ru-RU" dirty="0"/>
              <a:t>, не </a:t>
            </a:r>
            <a:r>
              <a:rPr lang="ru-RU" dirty="0" err="1"/>
              <a:t>реални</a:t>
            </a:r>
            <a:r>
              <a:rPr lang="ru-RU" dirty="0"/>
              <a:t> устройства   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ru-RU" dirty="0"/>
              <a:t>- </a:t>
            </a:r>
            <a:r>
              <a:rPr lang="ru-RU" dirty="0" err="1"/>
              <a:t>Ollama</a:t>
            </a:r>
            <a:r>
              <a:rPr lang="ru-RU" dirty="0"/>
              <a:t> </a:t>
            </a:r>
            <a:r>
              <a:rPr lang="ru-RU" dirty="0" err="1"/>
              <a:t>понякога</a:t>
            </a:r>
            <a:r>
              <a:rPr lang="ru-RU" dirty="0"/>
              <a:t> </a:t>
            </a:r>
            <a:r>
              <a:rPr lang="ru-RU" dirty="0" err="1"/>
              <a:t>бавен</a:t>
            </a:r>
            <a:r>
              <a:rPr lang="ru-RU" dirty="0"/>
              <a:t>    </a:t>
            </a:r>
            <a:endParaRPr lang="ru-RU" dirty="0" smtClean="0"/>
          </a:p>
          <a:p>
            <a:r>
              <a:rPr lang="ru-RU" dirty="0" smtClean="0"/>
              <a:t>- </a:t>
            </a:r>
            <a:r>
              <a:rPr lang="ru-RU" dirty="0" err="1"/>
              <a:t>Липсва</a:t>
            </a:r>
            <a:r>
              <a:rPr lang="ru-RU" dirty="0"/>
              <a:t> </a:t>
            </a:r>
            <a:r>
              <a:rPr lang="ru-RU" dirty="0" err="1"/>
              <a:t>пълна</a:t>
            </a:r>
            <a:r>
              <a:rPr lang="ru-RU" dirty="0"/>
              <a:t> </a:t>
            </a:r>
            <a:r>
              <a:rPr lang="ru-RU" dirty="0" err="1"/>
              <a:t>обяснимост</a:t>
            </a:r>
            <a:r>
              <a:rPr lang="ru-RU" dirty="0"/>
              <a:t> (SHAP)  </a:t>
            </a:r>
            <a:endParaRPr lang="ru-RU" dirty="0" smtClean="0"/>
          </a:p>
          <a:p>
            <a:r>
              <a:rPr lang="ru-RU" dirty="0" smtClean="0"/>
              <a:t>- </a:t>
            </a:r>
            <a:r>
              <a:rPr lang="ru-RU" dirty="0" err="1"/>
              <a:t>Бъдеще</a:t>
            </a:r>
            <a:r>
              <a:rPr lang="ru-RU" dirty="0"/>
              <a:t>: </a:t>
            </a:r>
            <a:r>
              <a:rPr lang="ru-RU" dirty="0" err="1"/>
              <a:t>реални</a:t>
            </a:r>
            <a:r>
              <a:rPr lang="ru-RU" dirty="0"/>
              <a:t> </a:t>
            </a:r>
            <a:r>
              <a:rPr lang="ru-RU" dirty="0" err="1"/>
              <a:t>сензори</a:t>
            </a:r>
            <a:r>
              <a:rPr lang="ru-RU" dirty="0"/>
              <a:t>, Docker, </a:t>
            </a:r>
            <a:r>
              <a:rPr lang="ru-RU" dirty="0" err="1"/>
              <a:t>cloud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65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smtClean="0"/>
              <a:t>Благодаря </a:t>
            </a:r>
            <a:r>
              <a:rPr lang="bg-BG" smtClean="0"/>
              <a:t>за вниманието!!!</a:t>
            </a:r>
            <a:endParaRPr lang="en-US" dirty="0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25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Йон – заседателна зала">
  <a:themeElements>
    <a:clrScheme name="Йон – заседателна зала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Йон – заседателна зала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Йон – заседателна зала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</TotalTime>
  <Words>222</Words>
  <Application>Microsoft Office PowerPoint</Application>
  <PresentationFormat>Широк екран</PresentationFormat>
  <Paragraphs>25</Paragraphs>
  <Slides>6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Йон – заседателна зала</vt:lpstr>
      <vt:lpstr>DionysusAI -</vt:lpstr>
      <vt:lpstr>Проблем и цел</vt:lpstr>
      <vt:lpstr>Как работи предсказванет</vt:lpstr>
      <vt:lpstr>Wine Mentor и комбинации с храна</vt:lpstr>
      <vt:lpstr>Резултати и ограничения </vt:lpstr>
      <vt:lpstr>Благодаря за вниманието!!!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DionysusAI -</dc:title>
  <dc:creator>User</dc:creator>
  <cp:lastModifiedBy>User</cp:lastModifiedBy>
  <cp:revision>1</cp:revision>
  <dcterms:created xsi:type="dcterms:W3CDTF">2026-02-10T23:45:22Z</dcterms:created>
  <dcterms:modified xsi:type="dcterms:W3CDTF">2026-02-10T23:52:44Z</dcterms:modified>
</cp:coreProperties>
</file>